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88952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79992" y="182880"/>
            <a:ext cx="292608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79992" y="2011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Parents'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Welcome to SGCMS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  <a:latin typeface="Calibri"/>
              </a:rPr>
              <a:t>Student Growth &amp; Character Management System
Punjab Group of Colleges - Sahiwal Campus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 Parent Orientation Presentation  |  ZWATI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5508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CCFF"/>
                </a:solidFill>
                <a:latin typeface="Calibri"/>
              </a:rPr>
              <a:t>PGC-SGCMS | Punjab Group of Colleges Sahiwal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is the SGCMS?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280160"/>
            <a:ext cx="11704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444455"/>
                </a:solidFill>
                <a:latin typeface="Calibri"/>
              </a:rPr>
              <a:t>The Student Growth &amp; Character Management System (SGCMS) is a modern digital platform built exclusively for Punjab Group of Colleges, Sahiwal Campus.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Purpose: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To track, measure, and improve each student's character development alongside their academic results.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What it tracks: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   Communication Skills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   Class Participation &amp; Engagement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   Discipline &amp; Punctuality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   Teamwork &amp; Cooperation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   Sense of Responsibility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   Leadership Qualities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600" b="1">
                <a:solidFill>
                  <a:srgbClr val="CC0000"/>
                </a:solidFill>
                <a:latin typeface="Calibri"/>
              </a:rPr>
              <a:t>The system assigns each student a Growth Index (0-100) - a single, clear number showing their overall character strength.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Does This Matter for Your Child?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  <a:latin typeface="Calibri"/>
              </a:rPr>
              <a:t>Academic results alone do not define a student's future - character does.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280160"/>
            <a:ext cx="11704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Complete Visibility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You can now see exactly how your child is performing in 6 key character areas - not just exam marks.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Track Real Progress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Watch your child improve month by month with visual growth charts and trend analysis.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Early Warning System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If your child's character scores drop, you are alerted early - before it becomes a major issue.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Bridge Between Home and School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Read teacher remarks and stay connected with your child's day-to-day conduct at college.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Official PDF Reports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Download a professional Growth Report Card anytime - suitable for printing or sharing.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Your Parent Portal - 4 Powerful Sections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515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2344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2344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18745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Instant snapshot of your child: Growth Index gauge (0-100), Character Radar chart, and all 6 attribute scores at a glance.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5383" y="10515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15383" y="10515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5" y="12344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3" y="12344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5" y="18745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Month-by-month growth chart showing improvement or loss. Green bars = growth, Red bars = decline. Full year history.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02166" y="10515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02166" y="10515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8" y="12344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6" y="12344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8" y="18745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Full chronological history of every teacher evaluation with date, scores, teacher remarks, and net change in Growth Index.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5661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35661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3749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7490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Download 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" y="43891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Generate a beautifully formatted, printable Growth Report Card - complete with all attribute scores and remarks.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Understanding the Growth Index (0 - 100)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  <a:latin typeface="Calibri"/>
              </a:rPr>
              <a:t>One number that tells you everything about your child's character development.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280160"/>
            <a:ext cx="11704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003366"/>
                </a:solidFill>
                <a:latin typeface="Calibri"/>
              </a:rPr>
              <a:t>How is the Growth Index Calculated?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Teachers rate your child on 6 character attributes using a 1-5 star scale after each evaluation session.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The average of all 6 ratings is converted to a 0-100 score and recorded as the Growth Index.</a:t>
            </a:r>
          </a:p>
          <a:p>
            <a:pPr/>
            <a:r>
              <a:rPr sz="8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800" b="1">
                <a:solidFill>
                  <a:srgbClr val="003366"/>
                </a:solidFill>
                <a:latin typeface="Calibri"/>
              </a:rPr>
              <a:t>Growth Index Scale:</a:t>
            </a:r>
          </a:p>
          <a:p>
            <a:pPr lvl="1"/>
            <a:r>
              <a:rPr sz="1600" b="1">
                <a:solidFill>
                  <a:srgbClr val="003366"/>
                </a:solidFill>
                <a:latin typeface="Calibri"/>
              </a:rPr>
              <a:t>  81 - 100   -&gt;   OUTSTANDING  (Exceptional Character)</a:t>
            </a:r>
          </a:p>
          <a:p>
            <a:pPr lvl="1"/>
            <a:r>
              <a:rPr sz="1600" b="1">
                <a:solidFill>
                  <a:srgbClr val="16A34A"/>
                </a:solidFill>
                <a:latin typeface="Calibri"/>
              </a:rPr>
              <a:t>  61 -  80   -&gt;   GOOD  (Developing Well)</a:t>
            </a:r>
          </a:p>
          <a:p>
            <a:pPr lvl="1"/>
            <a:r>
              <a:rPr sz="1600" b="1">
                <a:solidFill>
                  <a:srgbClr val="D97706"/>
                </a:solidFill>
                <a:latin typeface="Calibri"/>
              </a:rPr>
              <a:t>  41 -  60   -&gt;   AVERAGE  (Needs Attention)</a:t>
            </a:r>
          </a:p>
          <a:p>
            <a:pPr lvl="1"/>
            <a:r>
              <a:rPr sz="1600" b="1">
                <a:solidFill>
                  <a:srgbClr val="CC0000"/>
                </a:solidFill>
                <a:latin typeface="Calibri"/>
              </a:rPr>
              <a:t>   0 -  40   -&gt;   NEEDS IMPROVEMENT  (Urgent Action Required)</a:t>
            </a:r>
          </a:p>
          <a:p>
            <a:pPr/>
            <a:r>
              <a:rPr sz="8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800" b="1">
                <a:solidFill>
                  <a:srgbClr val="003366"/>
                </a:solidFill>
                <a:latin typeface="Calibri"/>
              </a:rPr>
              <a:t>EMA Trend - What is it?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The Exponential Moving Average (EMA) Trend shows whether your child is consistently improving or declining over recent evaluations. A rising EMA is a great sign!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to Access Your Parent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  <a:latin typeface="Calibri"/>
              </a:rPr>
              <a:t>Simple. Secure. Available on any device - phone, tablet, or computer.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280160"/>
            <a:ext cx="11704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003366"/>
                </a:solidFill>
                <a:latin typeface="Calibri"/>
              </a:rPr>
              <a:t>Step 1 - Open the App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Scan the QR Code provided by the college  OR  visit:  pgcswl-sgcms.vercel.app</a:t>
            </a:r>
          </a:p>
          <a:p>
            <a:pPr lvl="1"/>
            <a:r>
              <a:rPr sz="1400" b="0">
                <a:solidFill>
                  <a:srgbClr val="444455"/>
                </a:solidFill>
                <a:latin typeface="Calibri"/>
              </a:rPr>
              <a:t>On mobile: tap "Install App" to add it to your home screen like a regular app.</a:t>
            </a:r>
          </a:p>
          <a:p>
            <a:pPr/>
            <a:r>
              <a:rPr sz="8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800" b="1">
                <a:solidFill>
                  <a:srgbClr val="003366"/>
                </a:solidFill>
                <a:latin typeface="Calibri"/>
              </a:rPr>
              <a:t>Step 2 - Select Your Role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On the login screen, select the "Parent" tab.</a:t>
            </a:r>
          </a:p>
          <a:p>
            <a:pPr/>
            <a:r>
              <a:rPr sz="8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800" b="1">
                <a:solidFill>
                  <a:srgbClr val="003366"/>
                </a:solidFill>
                <a:latin typeface="Calibri"/>
              </a:rPr>
              <a:t>Step 3 - Enter Your Credentials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Username:  Your child's Roll Number  (provided by the college)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Password:  Your unique parent password  (set by the admin)</a:t>
            </a:r>
          </a:p>
          <a:p>
            <a:pPr/>
            <a:r>
              <a:rPr sz="8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800" b="1">
                <a:solidFill>
                  <a:srgbClr val="003366"/>
                </a:solidFill>
                <a:latin typeface="Calibri"/>
              </a:rPr>
              <a:t>Step 4 - View Your Child's Dashboard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You will be taken directly to your child's personal dashboard with all live data.</a:t>
            </a:r>
          </a:p>
          <a:p>
            <a:pPr/>
            <a:r>
              <a:rPr sz="8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400" b="1">
                <a:solidFill>
                  <a:srgbClr val="CC0000"/>
                </a:solidFill>
                <a:latin typeface="Calibri"/>
              </a:rPr>
              <a:t>SECURITY: Each parent can only see their own child's data. All data is fully encrypted.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6 Character Attributes Your Child is Evaluated 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515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2344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Talk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2344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Communication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18745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Can your child express ideas clearly? Do they listen attentively and communicate respectfully with teachers and peers?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5383" y="10515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15383" y="10515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5" y="12344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Hand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3" y="12344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Class Participation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5" y="18745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Is your child engaged in lessons? Do they ask questions, participate in discussions, and contribute actively?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02166" y="10515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02166" y="10515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8" y="12344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6" y="12344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Discipline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8" y="18745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Does your child follow college rules, maintain punctuality, and show proper conduct inside and outside class?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5661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35661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3749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7490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Teamwork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" y="43891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Does your child collaborate effectively in group work? Can they work with others towards a shared goal?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15383" y="35661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15383" y="35661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9975" y="3749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Done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2663" y="37490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Responsibility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9975" y="43891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Does your child complete assignments on time, take ownership of their actions, and fulfill their duties reliably?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02166" y="3566160"/>
            <a:ext cx="3749039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02166" y="3566160"/>
            <a:ext cx="3749039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58" y="3749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366"/>
                </a:solidFill>
                <a:latin typeface="Calibri"/>
              </a:rPr>
              <a:t>Star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9446" y="3749040"/>
            <a:ext cx="25145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Leadership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58" y="4389120"/>
            <a:ext cx="341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Does your child show initiative, guide peers positively, and demonstrate the qualities of a future leader?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Your Role as a Parent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280160"/>
            <a:ext cx="11704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Check the App Regularly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Log in weekly to see if your child's Growth Index is improving or declining. Catch issues early.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Read Teacher Remarks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Go to 'Reports' to read what your child's teacher has written about their character and behavior.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Discuss with Your Child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Use the data to have meaningful conversations - celebrate strengths, address weaknesses together.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Keep Printed Records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Download and print the PDF Report Card each term as an official character development record.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Act on Red Flags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If you see a declining trend or low scores, contact the teacher or admin immediately.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ZWATI Solutions  |  PGC-SGCMS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Privacy, Security &amp; 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280160"/>
            <a:ext cx="117043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Your data is completely private.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Each parent account is linked to only ONE student. No parent can see another student's records.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Secure Online Access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The system uses encrypted connections (HTTPS). Your login credentials are securely stored.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Who can see your data?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Only YOU (the parent), your child's assigned Teacher, and the Admin can see the data.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No Spam, No Ads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SGCMS is a private college system - not a social media platform. No ads, no third-party sharing.</a:t>
            </a:r>
          </a:p>
          <a:p>
            <a:pPr/>
            <a:r>
              <a:rPr sz="600" b="0">
                <a:solidFill>
                  <a:srgbClr val="444455"/>
                </a:solidFill>
                <a:latin typeface="Calibri"/>
              </a:rPr>
              <a:t/>
            </a:r>
          </a:p>
          <a:p>
            <a:pPr/>
            <a:r>
              <a:rPr sz="1700" b="1">
                <a:solidFill>
                  <a:srgbClr val="003366"/>
                </a:solidFill>
                <a:latin typeface="Calibri"/>
              </a:rPr>
              <a:t>Official College System</a:t>
            </a:r>
          </a:p>
          <a:p>
            <a:pPr lvl="1"/>
            <a:r>
              <a:rPr sz="1500" b="0">
                <a:solidFill>
                  <a:srgbClr val="444455"/>
                </a:solidFill>
                <a:latin typeface="Calibri"/>
              </a:rPr>
              <a:t>This system is officially managed by the administration of Punjab Group of Colleges, Sahiwal Campus.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88952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864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21340"/>
            <a:ext cx="10972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435840"/>
            <a:ext cx="10972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CDDFF"/>
                </a:solidFill>
                <a:latin typeface="Calibri"/>
              </a:rPr>
              <a:t>Your child's character is their greatest asset.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5506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9222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  <a:latin typeface="Calibri"/>
              </a:rPr>
              <a:t>SGCMS helps you nurture it -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351240"/>
            <a:ext cx="109728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408640"/>
            <a:ext cx="10972800" cy="240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BBCC"/>
                </a:solidFill>
                <a:latin typeface="Calibri"/>
              </a:rPr>
              <a:t>For login credentials or technical help, please contact PGC Sahiwal Administration.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Developed by ZWATI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